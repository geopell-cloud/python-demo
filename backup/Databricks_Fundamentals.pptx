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80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Databricks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Introduction to Unified Analytics &amp; Big Data Processing</a:t>
            </a:r>
          </a:p>
          <a:p>
            <a:r>
              <a:rPr lang="en-US" dirty="0"/>
              <a:t>Paschal Ogbannu </a:t>
            </a:r>
          </a:p>
          <a:p>
            <a:r>
              <a:rPr lang="en-US" dirty="0"/>
              <a:t>02/06/2025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Databricks?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Cloud-based data analytics platform</a:t>
            </a:r>
          </a:p>
          <a:p>
            <a:r>
              <a:t>- Built on Apache Spark for big data processing &amp; AI</a:t>
            </a:r>
          </a:p>
          <a:p>
            <a:r>
              <a:t>- Supports Python, Scala, SQL, R</a:t>
            </a:r>
          </a:p>
          <a:p>
            <a:r>
              <a:t>- Optimized for Azure, AWS, GCP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Databricks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Unified Analytics: Data engineering, data science, ML</a:t>
            </a:r>
          </a:p>
          <a:p>
            <a:r>
              <a:t>- Auto-scaling &amp; Optimized Clusters</a:t>
            </a:r>
          </a:p>
          <a:p>
            <a:r>
              <a:t>- Notebooks &amp; Collaborative Workspace</a:t>
            </a:r>
          </a:p>
          <a:p>
            <a:r>
              <a:t>- Delta Lake for Data Reliability</a:t>
            </a:r>
          </a:p>
          <a:p>
            <a:r>
              <a:t>- Seamless Integration with Cloud &amp; BI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Databricks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Workspace: Notebooks, jobs, clusters</a:t>
            </a:r>
          </a:p>
          <a:p>
            <a:r>
              <a:t>- Clusters: Spark-based computing</a:t>
            </a:r>
          </a:p>
          <a:p>
            <a:r>
              <a:t>- Delta Lake: Optimized storage layer</a:t>
            </a:r>
          </a:p>
          <a:p>
            <a:r>
              <a:t>- Databricks Runtime: Managed Spark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Databricks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Clusters: Managed Spark clusters</a:t>
            </a:r>
          </a:p>
          <a:p>
            <a:r>
              <a:t>- Notebooks: Interactive coding environment</a:t>
            </a:r>
          </a:p>
          <a:p>
            <a:r>
              <a:t>- Jobs: Automated workloads</a:t>
            </a:r>
          </a:p>
          <a:p>
            <a:r>
              <a:t>- MLflow: Model lifecycle management</a:t>
            </a:r>
          </a:p>
          <a:p>
            <a:r>
              <a:t>- SQL Analytics: BI &amp; reporting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Databricks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Ingest Data: Cloud storage, databases, APIs</a:t>
            </a:r>
          </a:p>
          <a:p>
            <a:r>
              <a:t>2. Transform &amp; Process: Spark SQL, Python, Scala</a:t>
            </a:r>
          </a:p>
          <a:p>
            <a:r>
              <a:t>3. Store in Delta Lake: Reliable storage</a:t>
            </a:r>
          </a:p>
          <a:p>
            <a:r>
              <a:t>4. Visualize &amp; Analyze: Power BI, Tableau</a:t>
            </a:r>
          </a:p>
          <a:p>
            <a:r>
              <a:t>5. Machine Learning: MLflow, model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Databricks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Engineering: ETL &amp; batch processing</a:t>
            </a:r>
          </a:p>
          <a:p>
            <a:r>
              <a:t>- Machine Learning &amp; AI: Model training, prediction</a:t>
            </a:r>
          </a:p>
          <a:p>
            <a:r>
              <a:t>- Streaming Analytics: Real-time data processing</a:t>
            </a:r>
          </a:p>
          <a:p>
            <a:r>
              <a:t>- BI &amp; SQL Analytics: Ad-hoc queries, dashboards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Databricks vs Traditional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Databricks: Fully managed, optimized clusters, built-in collaboration</a:t>
            </a:r>
          </a:p>
          <a:p>
            <a:r>
              <a:t>- Apache Spark: Self-managed, requires tuning, external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 with Databricks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Create a workspace on AWS, Azure, or GCP</a:t>
            </a:r>
          </a:p>
          <a:p>
            <a:r>
              <a:t>- Launch a cluster with Spark runtime</a:t>
            </a:r>
          </a:p>
          <a:p>
            <a:r>
              <a:t>- Create a notebook and write Spark code</a:t>
            </a:r>
          </a:p>
          <a:p>
            <a:r>
              <a:t>- Load and process data with Delta Lake</a:t>
            </a:r>
          </a:p>
          <a:p>
            <a:r>
              <a:t>- Run jobs &amp; visualize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Databricks is a powerful cloud-based data platform</a:t>
            </a:r>
          </a:p>
          <a:p>
            <a:r>
              <a:t>- Combines big data processing, AI, and analytics</a:t>
            </a:r>
          </a:p>
          <a:p>
            <a:r>
              <a:t>- Optimized for performance, scalability, and ease of use</a:t>
            </a:r>
          </a:p>
          <a:p>
            <a:r>
              <a:t>- Supports collaboration, automation, and BI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floor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357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Databricks Fundamentals</vt:lpstr>
      <vt:lpstr>What is Databricks?</vt:lpstr>
      <vt:lpstr>Key Features of Databricks</vt:lpstr>
      <vt:lpstr>Databricks Architecture</vt:lpstr>
      <vt:lpstr>Databricks Components</vt:lpstr>
      <vt:lpstr>Databricks Workflow</vt:lpstr>
      <vt:lpstr>Databricks Use Cases</vt:lpstr>
      <vt:lpstr>Databricks vs Traditional Spark</vt:lpstr>
      <vt:lpstr>Getting Started with Databricks</vt:lpstr>
      <vt:lpstr>Summary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Paschal Ogbannu</cp:lastModifiedBy>
  <cp:revision>2</cp:revision>
  <dcterms:created xsi:type="dcterms:W3CDTF">2013-01-27T09:14:16Z</dcterms:created>
  <dcterms:modified xsi:type="dcterms:W3CDTF">2025-02-06T15:49:45Z</dcterms:modified>
  <cp:category/>
</cp:coreProperties>
</file>